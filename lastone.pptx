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66" r:id="rId4"/>
    <p:sldId id="264" r:id="rId5"/>
    <p:sldId id="265" r:id="rId6"/>
    <p:sldId id="257" r:id="rId7"/>
    <p:sldId id="260" r:id="rId8"/>
    <p:sldId id="261" r:id="rId9"/>
    <p:sldId id="262" r:id="rId10"/>
    <p:sldId id="267" r:id="rId11"/>
    <p:sldId id="268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1260" y="2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7DE587-17E5-7D3D-9642-6E18D749B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7AC7DD5-E5F7-E193-6108-4CE63191C5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D9160E-0BA2-9CD6-B92E-18B384B7C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0C15-A197-4ECB-A3DD-299EE6FAC07C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424E8D-FD2F-7649-811F-FB0187CDF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074408-EA6D-4F5A-29E6-09F677537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9427-00B0-4AD0-B605-D3ED30BB2F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801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7D763F-CCDF-0F60-10B7-068EBC70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A4306E-EF79-4F01-AFCB-6DA518A39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EF67F8-2F4A-5814-DC19-A42EF6320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0C15-A197-4ECB-A3DD-299EE6FAC07C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CC4B66-8600-480B-F433-4E5DA4949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929647-58D2-F315-E4E0-04BB940F8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9427-00B0-4AD0-B605-D3ED30BB2F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7346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F9BD93-055F-1B0A-CE03-69F2DCFA4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C97491-015F-49A6-934A-F8337AF67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092DE0-2FBE-75E7-8F5E-D15F90EB2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0C15-A197-4ECB-A3DD-299EE6FAC07C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9E7803-A169-5EAE-D6EF-CFA5D75B5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7E1093-8B62-2027-4ED9-866941F55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9427-00B0-4AD0-B605-D3ED30BB2F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2403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5E7A98-9306-AD2E-2C88-1AFA82812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0DB1AE-5AB5-4E71-2713-E66E2E9AA3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4CA5A45-4875-2327-32C0-888A140B3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F90A47D-64B7-38E5-DF81-7484B79D0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0C15-A197-4ECB-A3DD-299EE6FAC07C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E403E41-9CAF-A1B5-8541-B62E4755C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E50258-DBA6-9526-0643-6E4E06B1E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9427-00B0-4AD0-B605-D3ED30BB2F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497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E9BDE8-0062-10BB-09D0-8800FA253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9AE5C46-F4BD-16C5-CF2C-6AC5E0423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59328F0-61FE-9130-BE40-3955AB033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3530659-F7DE-B743-173B-A5677C24DE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B74C9A3-A3C0-7A3A-C9F1-F698A37141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DB2CBF1-37D0-1D7D-208F-A20A5BE3A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0C15-A197-4ECB-A3DD-299EE6FAC07C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D38DD8B-6043-B4E5-1C32-BE51BDDF8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7AD4981-6066-CCD0-17B7-417E4D249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9427-00B0-4AD0-B605-D3ED30BB2F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4116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7A0D29-7030-937F-1CC4-AA9880C2B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3AD0B1D-10EC-F384-97AD-A67A201F9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0C15-A197-4ECB-A3DD-299EE6FAC07C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10D750E-07CA-F473-EC9B-EF006E586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5278B64-7592-1536-2188-92E0DFE0E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9427-00B0-4AD0-B605-D3ED30BB2F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7446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74510F0-89F2-7782-DB7E-BE44BB4C1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0C15-A197-4ECB-A3DD-299EE6FAC07C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846C1F7-ECC0-D680-CF73-72D295D0B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23A2DA-B013-6575-CF65-6F0C1E05F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9427-00B0-4AD0-B605-D3ED30BB2F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3239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0ADAED-BF7C-EAF5-F719-257EF44D5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E138A2-8C2C-9E62-405C-DBCEBC8DC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7CE4F87-9E56-7F8E-9AD9-DAD28F7D1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329DA2-0A71-EDEE-26D2-122BC857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0C15-A197-4ECB-A3DD-299EE6FAC07C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EF9B79E-FE0C-74D2-7B08-BC3E5C9FF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389DC87-1A68-8138-844A-ADA5CCAA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9427-00B0-4AD0-B605-D3ED30BB2F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866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44BB52-1764-3BE9-8B3F-001D58E64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B5D33EE-AE65-DC3D-3958-0B4E22C60F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150CDE7-E419-B96F-4668-710E60108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D4C76D7-CCB1-E1FB-AF03-EB8ADE8E8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0C15-A197-4ECB-A3DD-299EE6FAC07C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205F79-EFA6-604F-B25C-B9B1FBDA5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25872E-ECC9-EA4C-CD7C-EC5A8A4B1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9427-00B0-4AD0-B605-D3ED30BB2F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079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DF861D-92EF-ED05-7822-ADC4948FA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94A6FDD-A225-6ABF-BEBD-A1A4005D0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C80831-4D2F-493F-9FD2-180A9A151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0C15-A197-4ECB-A3DD-299EE6FAC07C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FD9040-E26D-E37B-20CC-2FC509BDF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D50CD5-8CBB-5716-FA4D-3EEB7685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9427-00B0-4AD0-B605-D3ED30BB2F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1741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8E309DC-028C-A765-15DE-7247DEE3C2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9A1F244-36BE-339A-C33A-794C622A3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212FD9-6C40-A7EE-A558-2B5168090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0C15-A197-4ECB-A3DD-299EE6FAC07C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6E59D9-2582-D49B-51D4-9E608A8FF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039EFD-F370-998C-E84A-C83568926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9427-00B0-4AD0-B605-D3ED30BB2F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38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EBE5A3-7936-4DE9-D324-3FF64B9E3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33A1E2-EC1C-4118-17BB-227416F24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DD4FC9-5277-7BC8-BE35-03EF61BE1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20C15-A197-4ECB-A3DD-299EE6FAC07C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144E7C-2466-E9B8-A94F-91A66D824A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7DB705-1091-76BD-E0EC-F2BD0CEC4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B9427-00B0-4AD0-B605-D3ED30BB2F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595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0FA4CA-3220-23BB-91E5-B079B8CB04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3776E24-6173-39F7-9369-CA00E66A13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A937610-4051-1770-831F-1EAB2E451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2411"/>
            <a:ext cx="12729029" cy="740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203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D7B62F9-1E95-2C70-D3D1-087ECFFAA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0389" y="-489856"/>
            <a:ext cx="13779529" cy="7685314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D9E9040A-19CF-893E-9452-BEF61507A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7375" y="2727893"/>
            <a:ext cx="9144000" cy="1655762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b="1" dirty="0"/>
              <a:t>Problématique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b="1" dirty="0"/>
              <a:t>La solution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b="1" dirty="0"/>
              <a:t>La proposition des valeurs (valeurs ajoutées)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fr-FR" sz="2000" b="1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185EDB4-48B5-EF0D-9368-40AFE1878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64029" y="266701"/>
            <a:ext cx="10254343" cy="1305151"/>
          </a:xfrm>
        </p:spPr>
        <p:txBody>
          <a:bodyPr>
            <a:normAutofit/>
          </a:bodyPr>
          <a:lstStyle/>
          <a:p>
            <a:r>
              <a:rPr lang="fr-FR" b="1" dirty="0"/>
              <a:t>l’identification de besoin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E9D7555-43C7-5FF7-B50A-78E529C48B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630" y="1483690"/>
            <a:ext cx="5425082" cy="373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494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A8C70-14D0-B228-38C9-89FFC78F8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52328D6-C725-2C40-EF9F-2B8A646B3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0389" y="-489856"/>
            <a:ext cx="13779529" cy="7685314"/>
          </a:xfrm>
          <a:prstGeom prst="rect">
            <a:avLst/>
          </a:prstGeom>
        </p:spPr>
      </p:pic>
      <p:sp>
        <p:nvSpPr>
          <p:cNvPr id="6" name="Sous-titre 5">
            <a:extLst>
              <a:ext uri="{FF2B5EF4-FFF2-40B4-BE49-F238E27FC236}">
                <a16:creationId xmlns:a16="http://schemas.microsoft.com/office/drawing/2014/main" id="{F0B85607-6AEF-E56A-2CA9-25FC43775E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01C7875A-551A-0E33-6B41-52C2ED6E27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5E9F17F0-429F-296E-9136-DDAE08EBC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0401" y="-413657"/>
            <a:ext cx="13418811" cy="768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940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9B672-F9AC-E3AB-6E4B-96CB7C0F0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0E50EB-308D-1139-3CCB-CCD13C6607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7E731B4-CFF4-C313-A81B-F315353946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31CAE80-44D4-BBDC-F890-043211AF0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0389" y="-489856"/>
            <a:ext cx="13779529" cy="7685314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31713A4-02F6-9831-B9F1-26CB5E175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57292" y="-284956"/>
            <a:ext cx="13606432" cy="758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990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3AC22-A891-E95C-1E82-1E6B107AD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1F6B2C-D309-E556-3315-C6CE674C6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65E61E-C9CB-A95C-1E0D-967F451FE3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E153D9A-C153-BCAE-A1A7-7CA172861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0389" y="-489856"/>
            <a:ext cx="13779529" cy="7685314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50740B71-3DA7-C20F-87F1-7BF8C7536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30389" y="-489856"/>
            <a:ext cx="14404666" cy="785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428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5458D-50C5-05F8-9F3D-B93EEFF9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7DE05F2-43F4-6AA3-F5C7-6B78773BD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0389" y="-489856"/>
            <a:ext cx="13779529" cy="768531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101AF0E-6DB9-1224-7869-746E38CFA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21" y="-236140"/>
            <a:ext cx="9144000" cy="2387600"/>
          </a:xfrm>
        </p:spPr>
        <p:txBody>
          <a:bodyPr/>
          <a:lstStyle/>
          <a:p>
            <a:pPr algn="l"/>
            <a:r>
              <a:rPr lang="fr-FR" b="1" dirty="0"/>
              <a:t>L’étude conceptuel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85B2DAA-FD14-7197-899B-6CCED47772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829" y="3047999"/>
            <a:ext cx="9144000" cy="1655762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b="1" dirty="0"/>
              <a:t>Diagramme de cas d’utilisation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b="1" dirty="0"/>
              <a:t>Répartition des technologies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b="1" dirty="0"/>
              <a:t>Gestion de temps (diagramme de Gantt)</a:t>
            </a:r>
          </a:p>
          <a:p>
            <a:pPr algn="l"/>
            <a:endParaRPr lang="fr-FR" sz="2000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2585D80-014A-E4B9-FB8E-BFA05C363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286" y="1254920"/>
            <a:ext cx="6155871" cy="410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648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4BB4F-29DC-4E6A-3DA0-16076DAD2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0EDAB2-B621-30A3-5771-0A6504484C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182119E-DA86-D7ED-8A22-D07A74D14E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3D5773F-142E-519A-8AEA-CB05128FE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0389" y="-489856"/>
            <a:ext cx="13779529" cy="7685314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CA06AE08-9781-E169-8B9B-973148CE7E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-151764"/>
            <a:ext cx="9042399" cy="70091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6868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41FAE-049B-C5D2-3A23-B20339733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C4FCB0-9B57-EE7D-0FE4-6D970047DD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5548CAD-5D04-49FC-92FB-36BD9D5294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09AAF04-AF09-2D57-30A5-E3D5411BCF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0389" y="-489856"/>
            <a:ext cx="13779529" cy="7685314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41B9A47E-5045-769E-2FA6-B46211549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30390" y="-490936"/>
            <a:ext cx="13779529" cy="828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966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98B7A-F340-621F-FF40-64B970AAD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D93FE1-AED8-C855-4287-E3D5F52E80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630B362-7ABD-810C-6B72-C116DE3551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D226B93-D490-6349-59CC-D3068BFF2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0389" y="-489856"/>
            <a:ext cx="13779529" cy="768531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3114FEE-3165-2588-7649-0FEAB2E40F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0449"/>
            <a:ext cx="12192000" cy="5257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347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48304-4CF1-0F8D-76C5-814B737B7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50A5D6-37A5-4EAC-B60D-487DD7E718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59F4B46-F56B-1810-1040-03A6BD61B5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0794DC9-732D-36FC-6E3D-211544AE9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0389" y="-489856"/>
            <a:ext cx="13779529" cy="76853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DD2A46A-09C1-358C-D7B5-0CE13E09978A}"/>
              </a:ext>
            </a:extLst>
          </p:cNvPr>
          <p:cNvSpPr/>
          <p:nvPr/>
        </p:nvSpPr>
        <p:spPr>
          <a:xfrm>
            <a:off x="914400" y="-526097"/>
            <a:ext cx="9550400" cy="791019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BC38764-D820-F507-6348-B4A9E3406A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8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000" y="101600"/>
            <a:ext cx="8905348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966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87C88-03FF-061D-50FA-1C21AA954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3DF690-8F28-2C7E-8ABA-7523A7DA4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C2F0255-71FC-70B1-3847-12C98B3AF8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2464C59-1C1B-BA22-589F-55803E9F1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0389" y="-489856"/>
            <a:ext cx="13779529" cy="7685314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830FA229-1D80-15D4-401A-78C49AEF8AA0}"/>
              </a:ext>
            </a:extLst>
          </p:cNvPr>
          <p:cNvSpPr txBox="1">
            <a:spLocks/>
          </p:cNvSpPr>
          <p:nvPr/>
        </p:nvSpPr>
        <p:spPr>
          <a:xfrm>
            <a:off x="832203" y="3352801"/>
            <a:ext cx="10254343" cy="130515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1500" b="1" dirty="0"/>
              <a:t>Fin</a:t>
            </a:r>
          </a:p>
          <a:p>
            <a:endParaRPr lang="fr-FR" sz="11500" b="1" dirty="0"/>
          </a:p>
        </p:txBody>
      </p:sp>
    </p:spTree>
    <p:extLst>
      <p:ext uri="{BB962C8B-B14F-4D97-AF65-F5344CB8AC3E}">
        <p14:creationId xmlns:p14="http://schemas.microsoft.com/office/powerpoint/2010/main" val="342689047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32</Words>
  <Application>Microsoft Office PowerPoint</Application>
  <PresentationFormat>Grand écran</PresentationFormat>
  <Paragraphs>9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Thème Office</vt:lpstr>
      <vt:lpstr>Présentation PowerPoint</vt:lpstr>
      <vt:lpstr>l’identification de besoin</vt:lpstr>
      <vt:lpstr>Présentation PowerPoint</vt:lpstr>
      <vt:lpstr>Présentation PowerPoint</vt:lpstr>
      <vt:lpstr>Présentation PowerPoint</vt:lpstr>
      <vt:lpstr>L’étude conceptuel 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Imad El aissaoui</dc:creator>
  <cp:lastModifiedBy>Imad El aissaoui</cp:lastModifiedBy>
  <cp:revision>8</cp:revision>
  <dcterms:created xsi:type="dcterms:W3CDTF">2026-04-13T12:38:18Z</dcterms:created>
  <dcterms:modified xsi:type="dcterms:W3CDTF">2026-04-13T15:37:23Z</dcterms:modified>
</cp:coreProperties>
</file>